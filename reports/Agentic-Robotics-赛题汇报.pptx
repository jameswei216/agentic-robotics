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Agentic Robotics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7EE787"/>
                </a:solidFill>
                <a:latin typeface="Microsoft YaHei"/>
              </a:rPr>
              <a:t>Agent 驱动的机械臂应用开发与评测流水线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9D1D9"/>
                </a:solidFill>
                <a:latin typeface="Microsoft YaHei"/>
              </a:rPr>
              <a:t>主任务：分拣（10 任务 × 10 初始状态 = 100 episodes，100/100）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C9D1D9"/>
                </a:solidFill>
                <a:latin typeface="Microsoft YaHei"/>
              </a:rPr>
              <a:t>平台：LIBERO / MuJoCo · Franka Panda + 平行二指夹爪 · 纯仿真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A8F98"/>
                </a:solidFill>
                <a:latin typeface="Microsoft YaHei"/>
              </a:rPr>
              <a:t>2026-10-18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一页看懂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自然语言任务书进去，可执行代码 / 评测数字 / 失败诊断 / 报告出来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14355F"/>
                </a:solidFill>
                <a:latin typeface="Microsoft YaHei"/>
              </a:rP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主任务成功率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100/100 episodes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B9770E"/>
                </a:solidFill>
                <a:latin typeface="Microsoft YaHei"/>
              </a:rPr>
              <a:t>71.8%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变体任务成功率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79/110 episodes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7336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238636"/>
                </a:solidFill>
                <a:latin typeface="Microsoft YaHei"/>
              </a:rPr>
              <a:t>90%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7336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视觉闭环（加分 b）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7336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18/20 episodes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4544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4544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14355F"/>
                </a:solidFill>
                <a:latin typeface="Microsoft YaHei"/>
              </a:rPr>
              <a:t>686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4544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主任务平均步数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34.3 s / episode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5468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六个阶段全自动：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任务书 → LLM 计划（步骤/约束/风险/确认点）→ LLM 生成代码（AST 白名单）→ 逐 episode 子进程执行 → 固定 seed 评测 → 失败诊断 → 自动修复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不让 LLM 裸写控制代码：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它只生成编排与参数，动作走一层已验证原语（抓取点按工件几何算、搬运有回退路线、释放高度按内腔底面算）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人机确认是硬门控：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auto / manual / deny 三模式，四条门控（解除使能 / 夹爪闭合 / 释放 / 长距离移动），网页面板带急停，全部写审计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可复现：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采样器种子化 + 区域半长 = 物体半径 + 抖动 + 可行性检查 110/110；干净环境按 requirements.txt 从零装通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流水线架构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六阶段 + 修复回环；横切关注点：人确认 / 安全 / 感知</a:t>
            </a:r>
          </a:p>
        </p:txBody>
      </p:sp>
      <p:pic>
        <p:nvPicPr>
          <p:cNvPr id="5" name="Picture 4" descr="pipelin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8930127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Agent 只能调用这些原语（API 契约）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生成代码经 AST 白名单校验，越界直接判不通过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2976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原语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作用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失败时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settle(n)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场景静置（平躺螺栓前 30 步会下沉 ~13 mm）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继续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scan(cat)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感知，返回 id / label / pose（vision 模式走 RGB-D）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中止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todo()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本回合必须完成的分拣对（由 bddl goal 导出）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pick(obj)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自上而下抓杆身；未夹到 → RuntimeError（自动重抓 1 次）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重试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place(obj, box)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搬运 → 低空释放 → 撤回 → 返回本件是否进本盒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重做一次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home() / check()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回安全位 / 判定成功（环境目标谓词）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26679" y="141732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为什么不让 LLM 直接写控制：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解析式原语把 90%+ 的成功率固定住，LLM 只负责编排，避免随机性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AST 白名单：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只允许 import 原语 API、字面量、循环/条件；`os`/`subprocess`/文件访问一律拒绝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失败可回退：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生成不通过或 smoke 失败 → 模板路径（--no-llm 可完全离线）</a:t>
            </a:r>
          </a:p>
        </p:txBody>
      </p:sp>
      <p:pic>
        <p:nvPicPr>
          <p:cNvPr id="7" name="Picture 6" descr="failure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794760"/>
            <a:ext cx="4114800" cy="18601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主任务：10 个单件分拣任务 × 10 固定初始状态 = 100 episodes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100/100，平均 686 步 / 34.3 s，0 次超步、0 次 OOM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t0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t1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t2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t3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t4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t5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t6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t7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t8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t9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通过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514600"/>
            <a:ext cx="5394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上一轮的瓶颈：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t6（大螺栓→红盒）只有 8–10/10，且平均 964 步 —— 搬运阶段被关节限位卡住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根因两处：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① 直线斜插把 elbow 顶到硬限位（j4 = −0.070）② 料盒被「区域语义」错散布到可达域外（A13）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修法：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高弧线路线 + 失速早退；区域半长 = 物体半径 + 抖动；小件搬运降速</a:t>
            </a:r>
          </a:p>
        </p:txBody>
      </p:sp>
      <p:pic>
        <p:nvPicPr>
          <p:cNvPr id="7" name="Picture 6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377440"/>
            <a:ext cx="5669280" cy="2064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变体任务：每类 2 件（11 任务 × 10 seed = 110 episodes）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79/110 = 71.8%；大螺栓类任务 40/40 全清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4653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t0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t1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t2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t3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t4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t5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t6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t7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t8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t9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t10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通过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6/10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6/10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2/10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9/10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9/10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3/10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4/10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651760"/>
            <a:ext cx="5852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换任务的改动成本：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只加一份任务书（68 行）——`git diff v0.1-main v0.2-variant -- agent/` 为空（0 行）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瓶颈：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28 例失败里 28 例含抓取失败、24 例预算耗尽，集中在小螺栓（13 mm 柄）的第 2 件及以后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已做：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释放后先 home 再接近、失败重抓一次（带预算守门）、小件降速、区域语义修正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下一步：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分层子目标编排（一件一闭环 + 回安全位），而不是一个脚本顺序跑四件</a:t>
            </a:r>
          </a:p>
        </p:txBody>
      </p:sp>
      <p:pic>
        <p:nvPicPr>
          <p:cNvPr id="7" name="Picture 6" descr="failure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697480"/>
            <a:ext cx="5120640" cy="23148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加分 b · 视觉闭环：位姿全部来自 RGB-D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AGENT_PERCEPTION=vision · 18/20 = 90%（离线核对 24/24 检出）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流程：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HSV 分割（蓝/红盒 + 钢件，蓝通道 ≥ 红通道排除米色台面）→ 连通域与尺寸门限 → 深度反投影 → PCA 求长轴/长度分类 → 盒口与内腔几何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精度（真值只作测试预言机）：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盒中心 0.4–4.2 mm；螺栓横向 2–7 mm、沿轴 4–8 mm；大小分类 12/12；假目标 0（门限前每场景 4 个）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运行时不用真值：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body_pos / body_rot / site_state 三个查询全部由检测结果提供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三个必须踩的坑：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① 图像缓冲自下而上 vs 内外参自上而下（错配 81 mm，正确 9 mm）② 深度最先返回六角头顶面（比柄高 9–14 mm）③ 腕部像素数 ≠ 在手机检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737360"/>
            <a:ext cx="49377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4355F"/>
                </a:solidFill>
                <a:latin typeface="Microsoft YaHei"/>
              </a:rPr>
              <a:t>表：视觉 vs 特权位姿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5B6470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Microsoft YaHei"/>
              </a:rPr>
              <a:t>特权位姿（主口径）  100/100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238636"/>
                </a:solidFill>
                <a:latin typeface="Microsoft YaHei"/>
              </a:rPr>
              <a:t>视觉闭环（RGB-D）   18/20（90%）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5B6470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B6470"/>
                </a:solidFill>
                <a:latin typeface="Microsoft YaHei"/>
              </a:rPr>
              <a:t>差距来源：xy 偏 5–7 mm 会把「恰好够得着」变成「差一点」；小螺栓柄夹持接触面小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人机确认与安全（赛题硬性要求）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三模式 + 四条门控 + 网页面板 + 急停 + 审计</a:t>
            </a:r>
          </a:p>
        </p:txBody>
      </p:sp>
      <p:pic>
        <p:nvPicPr>
          <p:cNvPr id="5" name="Picture 4" descr="confirm_panel_1_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62016" cy="3840480"/>
          </a:xfrm>
          <a:prstGeom prst="rect">
            <a:avLst/>
          </a:prstGeom>
        </p:spPr>
      </p:pic>
      <p:pic>
        <p:nvPicPr>
          <p:cNvPr id="6" name="Picture 5" descr="confirm_panel_3_estop_engag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71600"/>
            <a:ext cx="5462016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34924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icrosoft YaHei"/>
              </a:rPr>
              <a:t>左：待确认（first_motion）——门控动作、details、批准/拒绝、请求号与等待时长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34924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icrosoft YaHei"/>
              </a:rPr>
              <a:t>右：急停按下——徽标变急停态；runtime/ESTOP 存在时每个原语每步检查并中止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失败案例分析（docs/failures.md 共 16 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每条都有：现象 → 根因 → 修复 → 影响 → 可复现证据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754880"/>
                <a:gridCol w="55778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现象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根因 / 修法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搬运中途停住、误差恒定 0.26 m 直到超步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直线斜插使 joint4 顶硬限位（−0.070）→ 高弧线路线 + 失速早退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A9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第 2 件抓取连续失手（两次 418 步后放弃）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释放后停在料盒上方就接着抓 → pick 前先 home；t3 4/10 → 7/10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A11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同一 seed 在不同进程给出不同布局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env.seed() 只种仿真器，布局用全局 np.random → 构造 env 前种子化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A13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料盒常出现在设计位置外 40–90 mm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有效抖动 = |区域半长 − 半径|，区间反转 → 半长 = 半径 + 抖动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977639"/>
            <a:ext cx="111556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这四个 bug 有一个共同点：它们都不抛异常，只是让成功率随机抖动 —— 最容易被误判成「策略不行」。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所以评测协议里加了两条硬检查：check_feasibility（110/110 可 reset）与 preflight（7 项环境自检），任何一次跑分前先过这两道。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可复现性（初赛硬性要求）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固定 seed 协议 + 干净环境 + 一键入口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固定 seed：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seed 1000..1009；采样器也种子化（A11），否则同一 seed 每次布局不同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可行性先验：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check_feasibility.py 要求 110/110 初始状态可 reset，否则先修套件几何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干净环境：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conda create python=3.10 + pip install -r requirements.txt + LIBERO editable → preflight 7/7 → t6 2/2 通过（docs/setup.md）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一键入口：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./run.sh --suite … --taskbook … --tasks … --seeds …；--no-llm 可完全离线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补出的隐式依赖：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pyyaml / termcolor / bddl / easydict / matplotlib / gym==0.22（LIBERO 的 setup.py 里 install_requires 为空）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1554480"/>
          <a:ext cx="51206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git 证据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结果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diff v0.1→v0.2 的 agent/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 行（变体任务不改控制链路）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diff v0.1→v0.2 全部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 文件 / +68 行（任务书）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tags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v0.1-main → v0.6-figures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3794760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355F"/>
                </a:solidFill>
                <a:latin typeface="Microsoft YaHei"/>
              </a:rPr>
              <a:t>运行产物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0"/>
                </a:solidFill>
                <a:latin typeface="Microsoft YaHei"/>
              </a:rPr>
              <a:t>runs/&lt;id&gt;/：plan.json、task.py、metrics.json、diagnosis_r1.json、repair_r1/、report.md、manifest.json；每个 episode 一个目录（trace.jsonl / run.log / result.json）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诚实边界（与数字一起看）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哪些没做、哪些只是「能跑」、哪些结论还不能下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没做：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加分 a 虚实迁移（SO-101 真机）—— 3–5 天且风险最高，本轮不排；加分 c 只做了「换数量/布局」，没做跨任务类型（码垛）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变体 71.8%：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失败全部含抓取失败，集中在小螺栓的第 2 件及以后；根因是残留姿态 + 邻件遮挡下预抓取位姿触关节限位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视觉 90%：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小螺栓 13 mm 柄夹持偶有滑脱；蓝盒内腔底面被近侧盒壁遮挡，释放点估计偏高 12 mm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自动修复：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r1 根因判断正确、配对子集 97%→100% 被采纳，但全量复测 98%（未泛化）→ 单列为风险，主口径不用它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主口径感知是特权位姿：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视觉闭环单列一条，不混进主口径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不做策略学习：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控制逻辑是解析式原语组合；VLA 微调（14.5% / 10.2%）只作对照基线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交付物与下一步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新文件夹：桌面 / Agentic-Robotics-提交包-20261018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58521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480560"/>
              </a:tblGrid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目录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01_repo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git bundle + push 说明（含 6 个 tag）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02_zip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源码包 + 关键运行包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03_video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演示片 69 s + 10 条原始 episode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04_ppt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本 PPT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05_report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PDF 报告（5 页）+ RESULT_SUMMARY + STATUS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下一步 1：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变体套件分层子目标编排（目标 75%+）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下一步 2：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视觉模式小件夹持闭环（目标 95%）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下一步 3：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如果要真机加分：SO-101 零样本入口 + 同模块视觉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提交前需确认：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官方是否有《任务说明书》与最低指标数值；repo 远端地址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